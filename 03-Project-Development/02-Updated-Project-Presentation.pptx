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1FB9-AAF8-3377-61FD-472266A59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D3CE-56D8-D803-E2C5-74EDC9EC4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A2509-1AA6-7551-A135-2B5E76A53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5095E-A69A-4664-C8F1-C23586DB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3222C-43D1-C413-3866-7580D36C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42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CAD97-A735-820F-1CEE-3A16D3D4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1F1C8-4B63-7A3D-673C-1C8D790D3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5F35A-62CE-DDF8-FE78-0A9D19EC0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A144-E660-07C6-C1E8-F9300EC9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A2DB3-ED5D-B32F-E615-A52C25FF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4A75-C871-BC57-BFD2-129B3C5F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2FC8F-CEA5-7326-3DB4-1F3554173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297F1-DAA3-D7E8-5C9B-9B5F5321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98409-D393-B092-22FD-CAA445EA4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7CC8E-A195-0642-E37F-E8FDD9AA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8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B531-6587-EA32-071C-445CC39D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BCF9D-C91B-B519-56C2-0CE8127D1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8159E-5E90-9C32-044D-A5068BF47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3D53B-A14C-8ED7-323A-B302B64A5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1C102-87B1-7B9D-129A-AD6784E0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E889B-96C1-0362-B92E-D654B1E2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7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744B-B9F9-CD26-D98C-9C4F239B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1653C-CB7C-F57E-AF4E-7749BA2D1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BB5A1-1409-84B0-0878-39D55BE9D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59544-9689-5E3E-C291-1D3332A2C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5138C-9B3B-04D3-667D-7542459DB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4E1330-5EA7-D7BC-A7AA-949F9400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7C819-74F0-5711-4811-EE8D3367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B0D5A-D4EF-7C13-AAD6-BB6D4941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8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D925E-6481-881D-ACC1-067088E9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6595-F77C-3924-E23D-B0FD54CC0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6AA9A-12F5-215F-13BA-4256FDB7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CDE1F-708E-472F-09B2-6050AD69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83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51361-4CF1-682C-B2D5-5A44DDE5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D9C62-4399-BCED-24D7-0DA15810B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366AA-F304-2D99-F6DF-87F0ED76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9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3E2B-D470-5322-77CA-DBADFCBF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76D0-A4D0-5832-DEDF-DB3F165F0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60222-7832-1062-D99B-B4C6D421C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0144F-E3B8-2554-46C3-03D131BA1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632E0-4F45-EEDE-2D48-D966BABD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5B84F-5EDD-D35F-3B89-B50C8AEF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7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FEDD-6F50-01D1-E268-3A408EFB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DF8CF6-6208-57B0-304F-DB4F41B82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CD280-E6B6-B4B3-19EF-01487E43C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64135-F9F6-9BB6-A072-E19A0E05D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11B7B-5DF9-11F0-71C2-2583A8E6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C5B0B-69ED-93D4-5D9A-1AA1D2F6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EF60-1B49-80AA-6085-104FD8EA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0E805-FFC7-F0F3-8627-3A7F585A8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E2727-7A18-E9E8-6EBC-EDD91A06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8E787-7994-1E59-5395-F35B0879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8D76A-1BCD-3142-449D-6BB2C62E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08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3F53E-C4C5-A78C-005D-94FEE701C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6C21B-D685-D6CD-0904-426E9D02A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00E8-91E5-E789-4766-FBE9A830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D3AD6-828A-68EA-3F2F-E2970A3B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A1446-C86A-7F60-7A4B-17091D49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5C6E15-C375-A19B-3372-E2CF85C1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3C822-915B-E9DB-C5D1-5797CB193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8F1FB-12D4-FF8D-8C69-7BDE782BE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E87F0-E4C2-4450-ADDB-ABC9525F9D5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CC81-102A-CDEC-F06F-1C3FBFFED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0AD25-CB09-7E7B-3ABB-7053A652A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3144B-068C-49CA-9E3E-A734D80B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7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86DC9-2BCB-49F7-68E2-BC66F6F4B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4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8B24-B35E-5C68-B489-5A0B94F4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21E5AD-1F53-1A6E-2D28-07B6B322E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3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3A4AB-2CC6-CAB3-E42D-EB7B69BB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BDE31-B072-F690-3D4E-C715B9394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0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B254-5C67-85CE-A52F-D7C95D91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5C562-071E-3C51-2BBC-ADA92FE3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54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BF518-C662-CB61-B78C-55ED4C79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F9D2FC-3457-8D28-1AB8-52DDDC4B9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22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BFA43-16CA-DF62-FF54-6AEFE3435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88BFFD-EBD8-E72D-F79A-EA6795D65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01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6D7D-F422-E63C-128E-F3C5388A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9BF00F-68AD-2122-C591-389F63A35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4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A3A42-E3CA-4553-D727-DEA35E8A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C0A0E-719C-B3EC-A8EA-043809C92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3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EC73-4935-931C-877C-9031B39F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469A0-4253-1BA2-5A59-2F37FF541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48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B5BC-3746-95DB-2A23-367E0910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17A440-63AA-1EDF-303B-877421BA6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62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19C75-06E2-0422-B013-9988F40B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4911BA-BB05-5030-C316-16477E2B5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67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KHANDELWAL</dc:creator>
  <cp:lastModifiedBy>DAKSH KHANDELWAL</cp:lastModifiedBy>
  <cp:revision>2</cp:revision>
  <dcterms:created xsi:type="dcterms:W3CDTF">2026-07-08T11:09:02Z</dcterms:created>
  <dcterms:modified xsi:type="dcterms:W3CDTF">2026-07-10T10:26:12Z</dcterms:modified>
</cp:coreProperties>
</file>